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test case (ước lượng theo suite hiện tại)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Backend (Jest)</c:v>
                  </c:pt>
                  <c:pt idx="1">
                    <c:v>Frontend (Vitest)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Lines of code (physical lines)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FE src (68.7%)</c:v>
                </c:pt>
                <c:pt idx="1">
                  <c:v>FE test (2.3%)</c:v>
                </c:pt>
                <c:pt idx="2">
                  <c:v>BE src (21.4%)</c:v>
                </c:pt>
                <c:pt idx="3">
                  <c:v>BE test (7.5%)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2652</c:v>
                </c:pt>
                <c:pt idx="1">
                  <c:v>90</c:v>
                </c:pt>
                <c:pt idx="2">
                  <c:v>827</c:v>
                </c:pt>
                <c:pt idx="3">
                  <c:v>291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Khi thuyết trình thực tế: có thể thêm số trang slide hoặc hyperlink giữa các mục trong bản Word/PDF.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point phản ánh độ phức tạp + rủi ro + công sức tương đối, không tương đương giờ cố định. Có thể đối chiếu velocity sau 1–2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full màn hình trình duyệt (PNG), Insert → Pictures → This Device, kéo vừa khung nét đứt.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Thể hiện số test passed và thời gian chạy — khớp bảng số liệu slide trước.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 mã Mermaid từ repo → https://mermaid.live → Export PNG → Insert.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2834640"/>
          </a:xfrm>
          <a:prstGeom prst="rect">
            <a:avLst/>
          </a:prstGeom>
          <a:solidFill>
            <a:srgbClr val="1E3A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GIỮA KỲ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 đề phát triển phần mềm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tài: Web Live Stream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(WebRTC + Signaling WebSocket)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viên: Huỳnh Minh Tiến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MSSV: 1721031693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điểm: tháng 4/2026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nguồn &amp; tài liệu: kèm repository GitHub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slide — chuẩn trình bày nội bộ / báo cáo môn học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Nội dung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Ghi chú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Số liệu &amp; chỉ số dự án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Bảng chỉ số, testcase, LOC (pie), story point (Fibonacci)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tả sản phẩm &amp; công nghệ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Bullet có cấu trúc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Minh họa hình ảnh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Placeholder — chèn ảnh demo / terminal / sơ đồ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Chạy thử, kết quả, quản trị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Luồng demo + tài khoản seed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Phụ lục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 GitHub, video YouTube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liệu kỹ thuật (đối chiếu mã nguồn)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trong báo cáo / thuyết trình — cập nhật khi đổi cấu hình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số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Giá trị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Nguồn / ghi chú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tự động backend (Jest)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test — backend/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tự động frontend (Vitest)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test — frontend/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Cổng HTTP + WS 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backend/src/index.js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Cổng dev frontend (Vite)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vite.config.js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Viewer tối đa / phòng (demo)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createLiveRooms({ maxViewersPerRoom })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Độ dài mã phòng (ký tự)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– 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roomCode.js + 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Phiên bản gói (demo)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v1.0.0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package.json FE &amp; BE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(frontend)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package.json frontend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 — frontend (src, không *.test)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file — scripts/bao-cao-gk/count-loc.mjs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 — frontend (*.test)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 — backend/src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 — backend/tests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 — tổng (dòng vật lý)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Đo ngày 2026-04-03; gồm trống &amp; comment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1 — Số testcase tự động (Backend vs Frontend)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 họa số liệu kiểm thử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325880"/>
          <a:ext cx="65836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543800" y="1417320"/>
            <a:ext cx="4206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nghĩa: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Backend: 25 test (API, phòng live, v.v.).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 8 test (logic + smoke UI).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chèn thêm ảnh chụp terminal `npm test` vào slide tiếp theo.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2 — Phân bổ LOC theo thành phần (đo thực tế)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loc-snapshot.json · 2026-04-03 · chạy: node count-loc.mjs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32588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97880" y="1371600"/>
            <a:ext cx="5806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nghĩa LOC: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Đếm theo dòng vật lý (xuống dòng), gồm dòng trống và comment.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Phạm vi: frontend/src và backend/src + backend/tests.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Tổng: 3860 dòng.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point không suy ra từ LOC — xem slide tiếp theo.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Ước lượng Story point (Fibonacci)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mô công việc theo epic — dùng khi lập kế hoạch sprint / báo cáo effort (không tự động từ LOC)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82296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Hạng mục / epic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Ghi chú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Giao diện + SPA Task + Live hub + điều hướng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React, Vite, Router, localStorage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WebRTC host/viewer + ICE buffer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Luồng media P2P, signaling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Auth, vai trò admin/sysmanager, seed .env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Session, REST bảo vệ route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REST + WebSocket (ws)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Express, phòng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Kiểm thử tự động + báo cáo (MD/DOCX/PPT)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Jest, Vitest, script bao-cao-gk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Tổng (tham chiếu)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Thang 1,2,3,5,8,13… — điều chỉnh theo nhóm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3 — Giao diện ứng dụng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vực minh họa — chèn ảnh chụp màn hình (Insert → Pictures)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0881360" cy="4434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097280" y="3063240"/>
            <a:ext cx="9875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Chèn ảnh chụp màn hình tại đây 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ý: trang chủ Task SPA (/), trang Phát trực tiếp (/live),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màn Host (/host) hoặc Viewer đang xem luồng.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4 — Terminal: kiểm thử tự động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vực minh họa — chèn ảnh chụp màn hình (Insert → Pictures)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0881360" cy="4434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097280" y="3063240"/>
            <a:ext cx="9875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Chèn ảnh: npm test pass 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Chụp cửa sổ PowerShell / Terminal sau khi chạy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npm test  và  frontend: npm test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5 — Sơ đồ kiến trúc / luồng WebRTC (tùy chọn)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vực minh họa — chèn ảnh chụp màn hình (Insert → Pictures)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0881360" cy="4434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097280" y="3063240"/>
            <a:ext cx="9875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Chèn ảnh PNG xuất từ mermaid.live nếu cần slide đẹp hơn 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có sơ đồ khối + signaling ở 2 slide trước; trong Báo cáo: BaoCao_GK.md § III.3 (Mermaid).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Lời mở đầu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mục tiêu đề tài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88136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phát — xem trực tiếp trên trình duyệt (camera/micro).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cốt lõi: WebRTC (media P2P) + WebSocket (signaling).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Task + localStorage tại trang chủ; module phát live tại /live.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Thể hiện Git/GitHub, React, Node.js, kiểm thử tự động.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Mô tả sản phẩm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Gắn với số liệu bảng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88136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Host: tạo mã phòng và link chia sẻ.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Viewer: nhập mã hoặc mở link để xem luồng trực tiếp.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Server: relay tín hiệu WebRTC; media không chuyển tiếp qua Node kiểu RTMP.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hạn demo: mã phòng 4–64 ký tự; tối đa 20 viewer/phòng.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Công nghệ &amp; kiến trúc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trong báo cáo Word/PDF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88136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18.3, Vite, React Router.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Realtime: WebRTC, STUN công khai.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Node.js, Express, thư viện ws.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/api/room/.../exists, /api/health (có version).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Jest + Supertest (BE); Vitest + Testing Library (FE).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kiến trúc + sequence signaling: BaoCao_GK.md § III.3 (Mermaid) và slide tiếp theo.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&amp; luồng WebRTC (sơ đồ khối)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:3001 + WebSocket /live-signal — media RTP/SRTP P2P (STUN hỗ trợ ICE)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880360" cy="1783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Trình duyệt Host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HostLive · getUserMedia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RTCPeerConnection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77640" y="1207008"/>
            <a:ext cx="3703320" cy="19659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298448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:3001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REST  ·  WS /live-signal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liveRooms: relay offer / answer / 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21040" y="1298448"/>
            <a:ext cx="2880360" cy="178308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41732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Trình duyệt Viewer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RTCPeerConnection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148840"/>
            <a:ext cx="5943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214884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81051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signaling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60920" y="181051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signaling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9829800" cy="347472"/>
          </a:xfrm>
          <a:prstGeom prst="leftRightArrow">
            <a:avLst/>
          </a:prstGeom>
          <a:solidFill>
            <a:srgbClr val="2563E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55264"/>
            <a:ext cx="9829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media RTP/SRTP trực tiếp (P2P) — không qua Node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3767328"/>
            <a:ext cx="1691640" cy="566928"/>
          </a:xfrm>
          <a:prstGeom prst="ellipse">
            <a:avLst/>
          </a:prstGeom>
          <a:solidFill>
            <a:srgbClr val="E0E7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384048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STUN (Google)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46227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GET /api/room/.../exists trước khi WS  ·  Dev signaling: ws://localhost:3001/live-signal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Signaling WebRTC — trình tự tóm tắt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Khớp liveRooms.js (backend) và HostLive / WatchLive (frontend)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Host gửi host-start → server trả room-ready (roomId).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Viewer gửi viewer-join → joined (viewerId) → host nhận viewer-joined.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Host tạo offer (SDP) → relay → viewer; viewer trả answer → relay → host.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ICE hai chiều: ice-host / ice-viewer; buffer nếu candidate đến trước khi SDP sẵn sàng.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Sau thiết lập: media P2P. Sơ đồ sequence đầy đủ: BaoCao_GK.md § III.3.2 (Mermaid).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Chạy thử &amp;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Thao tác demo cho video YouTube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88136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1: backend → npm run dev (cổng 3001).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2: frontend → npm run dev (localhost:5173).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thử: npm test — 25 + 8 test (xem biểu đồ).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Host tạo phòng → Viewer vào bằng link/mã.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ý: cùng Wi-Fi; một số mạng cần TURN.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— VIII. Kết quả &amp; kết luận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với rubric môn học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88136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quả: luồng end-to-end, test tự động pass, mã nguồn GitHub.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chế: chủ yếu STUN; HTTPS/wss khi triển khai thật.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triển: TURN, quản lý phòng, UX mobile.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luận: đủ frontend — backend — signaling — kiểm thử — tài liệu.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IX. Tài khoản quản trị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đọc mật khẩu khi thuyết trình công khai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88136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web: chỉ tạo user thường — không tạo sysmanager/admin trên web.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trị: khởi tạo qua backend/.env (SEED_*).</a:t>
            </a:r>
            <a:endParaRPr lang="en-US" sz="1400" dirty="0"/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bằng email/mật khẩu đã cấu hình — không đăng ký mới cho quyền quản trị.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lục — Liên kết &amp; tài liệu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(mã nguồn)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https://github.com/HuynhMinhTien-1721031693/CHUYENDEPHATTRIENPHANMEM_GIUAKY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demo (YouTube)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(Điền URL sau khi upload — bắt buộc nếu đề bài yêu cầu)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chi tiết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docs/BaoCao_GK.pdf · docs/BaoCao_GK.docx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Huỳnh Minh Tiến · MSSV 1721031693 · Chuyên đề phát triển phần mềm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GK — Web Live Stream</dc:title>
  <dc:subject>Báo cáo giữa kỳ — Web Live Stream</dc:subject>
  <dc:creator>Huỳnh Minh Tiến</dc:creator>
  <cp:lastModifiedBy>Huỳnh Minh Tiến</cp:lastModifiedBy>
  <cp:revision>1</cp:revision>
  <dcterms:created xsi:type="dcterms:W3CDTF">2026-04-03T03:46:35Z</dcterms:created>
  <dcterms:modified xsi:type="dcterms:W3CDTF">2026-04-03T03:46:35Z</dcterms:modified>
</cp:coreProperties>
</file>